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1cf076dbd44c50" /><Relationship Type="http://schemas.openxmlformats.org/officeDocument/2006/relationships/extended-properties" Target="/docProps/app.xml" Id="Ra54bee15a5f44395" /><Relationship Type="http://schemas.openxmlformats.org/officeDocument/2006/relationships/officeDocument" Target="/ppt/presentation.xml" Id="Rb07444d41a484e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11bdc1e52451a"/>
  </p:sldMasterIdLst>
  <p:notesMasterIdLst>
    <p:notesMasterId xmlns:r="http://schemas.openxmlformats.org/officeDocument/2006/relationships" r:id="R08722dcc2b634509"/>
  </p:notesMasterIdLst>
  <p:sldIdLst>
    <p:sldId xmlns:r="http://schemas.openxmlformats.org/officeDocument/2006/relationships" id="256" r:id="R2552044e926942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56a254b99a4a82" /><Relationship Type="http://schemas.openxmlformats.org/officeDocument/2006/relationships/slideMaster" Target="/ppt/slideMasters/slideMaster1.xml" Id="R4db11bdc1e52451a" /><Relationship Type="http://schemas.openxmlformats.org/officeDocument/2006/relationships/notesMaster" Target="/ppt/notesMasters/notesMaster1.xml" Id="R08722dcc2b634509" /><Relationship Type="http://schemas.openxmlformats.org/officeDocument/2006/relationships/presProps" Target="/ppt/presProps.xml" Id="Rc7bf824d07364a90" /><Relationship Type="http://schemas.openxmlformats.org/officeDocument/2006/relationships/tableStyles" Target="/ppt/tableStyles.xml" Id="R5203f07deac84463" /><Relationship Type="http://schemas.openxmlformats.org/officeDocument/2006/relationships/slide" Target="/ppt/slides/slide1.xml" Id="R2552044e9269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ffc0feda742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18ec7872c42ab" /><Relationship Type="http://schemas.openxmlformats.org/officeDocument/2006/relationships/notesMaster" Target="/ppt/notesMasters/notesMaster1.xml" Id="Ra1107cd323d24f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The three illustrative SVG distributions were created locally for the Frontier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341fb157b4d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0a230467664c8c" /><Relationship Type="http://schemas.openxmlformats.org/officeDocument/2006/relationships/slideLayout" Target="/ppt/slideLayouts/slideLayout1.xml" Id="Rf20bd05c7b084d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bd05c7b084d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76f756d948c8" /><Relationship Type="http://schemas.openxmlformats.org/officeDocument/2006/relationships/image" Target="/ppt/media/image.png" Id="R1923431c1e844367" /><Relationship Type="http://schemas.openxmlformats.org/officeDocument/2006/relationships/image" Target="/ppt/media/image.svg" Id="R68b2738fbc604f08" /><Relationship Type="http://schemas.openxmlformats.org/officeDocument/2006/relationships/image" Target="/ppt/media/image2.png" Id="Ra70d8ca311094699" /><Relationship Type="http://schemas.openxmlformats.org/officeDocument/2006/relationships/image" Target="/ppt/media/image2.svg" Id="R296670f1ae1f45a9" /><Relationship Type="http://schemas.openxmlformats.org/officeDocument/2006/relationships/image" Target="/ppt/media/image3.png" Id="Rf7cce63fccb94bd0" /><Relationship Type="http://schemas.openxmlformats.org/officeDocument/2006/relationships/image" Target="/ppt/media/image3.svg" Id="Re802c858d4bd436e" /><Relationship Type="http://schemas.openxmlformats.org/officeDocument/2006/relationships/notesSlide" Target="/ppt/notesSlides/notesSlide1.xml" Id="R598f6c4a397c4d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A04C543-408A-4BCC-8F48-B85A891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2B1FE9-C6FC-4DDC-BF7D-8D411524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B1F4D"/>
                </a:solidFill>
                <a:latin typeface="Helvetica Neue"/>
                <a:ea typeface="Helvetica Neue"/>
                <a:cs typeface="Helvetica Neue"/>
              </a:rPr>
              <a:t>Workload values are distributions—not constants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B9024AB-845F-4F7E-A3B4-32EC2BD1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D2088E9F-9300-41A3-928C-B7FB126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3CFBB30-ED38-43DC-80B6-1A701E8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workload-subtitle">
            <a:extLst xmlns:a="http://schemas.openxmlformats.org/drawingml/2006/main">
              <a:ext uri="{FF2B5EF4-FFF2-40B4-BE49-F238E27FC236}">
                <a16:creationId xmlns:a16="http://schemas.microsoft.com/office/drawing/2014/main" id="{222E075E-191B-41B0-9D14-0C4B00D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4252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42526D"/>
                </a:solidFill>
                <a:latin typeface="Helvetica Neue"/>
                <a:ea typeface="Helvetica Neue"/>
                <a:cs typeface="Helvetica Neue"/>
              </a:rPr>
              <a:t>Frontier independently samples prompt length, generation length, and inter-turn delay.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3431c1e844367">
            <a:extLst>
              <a:ext uri="{96DAC541-7B7A-43D3-8B79-37D633B846F1}">
                <asvg:svgBlip xmlns:asvg="http://schemas.microsoft.com/office/drawing/2016/SVG/main" r:embed="R68b2738fbc604f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3668" y="1581150"/>
            <a:ext cx="3568732" cy="2062163"/>
          </a:xfrm>
          <a:prstGeom xmlns:a="http://schemas.openxmlformats.org/drawingml/2006/main" prst="rect">
            <a:avLst/>
          </a:prstGeom>
        </p:spPr>
      </p:pic>
      <p:sp>
        <p:nvSpPr>
          <p:cNvPr id="8" name="caption-1">
            <a:extLst xmlns:a="http://schemas.openxmlformats.org/drawingml/2006/main">
              <a:ext uri="{FF2B5EF4-FFF2-40B4-BE49-F238E27FC236}">
                <a16:creationId xmlns:a16="http://schemas.microsoft.com/office/drawing/2014/main" id="{670DD995-7FC3-499B-B81A-BAC5C57A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68" y="3886200"/>
            <a:ext cx="340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rPr>
              <a:t>Prompt context length varies across requests.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d8ca311094699">
            <a:extLst>
              <a:ext uri="{96DAC541-7B7A-43D3-8B79-37D633B846F1}">
                <asvg:svgBlip xmlns:asvg="http://schemas.microsoft.com/office/drawing/2016/SVG/main" r:embed="R296670f1ae1f45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11682" y="1581150"/>
            <a:ext cx="3568732" cy="2062163"/>
          </a:xfrm>
          <a:prstGeom xmlns:a="http://schemas.openxmlformats.org/drawingml/2006/main" prst="rect">
            <a:avLst/>
          </a:prstGeom>
        </p:spPr>
      </p:pic>
      <p:sp>
        <p:nvSpPr>
          <p:cNvPr id="10" name="caption-2">
            <a:extLst xmlns:a="http://schemas.openxmlformats.org/drawingml/2006/main">
              <a:ext uri="{FF2B5EF4-FFF2-40B4-BE49-F238E27FC236}">
                <a16:creationId xmlns:a16="http://schemas.microsoft.com/office/drawing/2014/main" id="{E26FC30C-5F41-45BD-BCAD-CB5888F1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82" y="3886200"/>
            <a:ext cx="340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rPr>
              <a:t>Generated response length follows a separate distribution.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ce63fccb94bd0">
            <a:extLst>
              <a:ext uri="{96DAC541-7B7A-43D3-8B79-37D633B846F1}">
                <asvg:svgBlip xmlns:asvg="http://schemas.microsoft.com/office/drawing/2016/SVG/main" r:embed="Re802c858d4bd43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9600" y="1581150"/>
            <a:ext cx="3568732" cy="2062163"/>
          </a:xfrm>
          <a:prstGeom xmlns:a="http://schemas.openxmlformats.org/drawingml/2006/main" prst="rect">
            <a:avLst/>
          </a:prstGeom>
        </p:spPr>
      </p:pic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8E5F0BBC-1A75-4888-A07F-064AD22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40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651"/>
                </a:solidFill>
                <a:latin typeface="Helvetica Neue"/>
                <a:ea typeface="Helvetica Neue"/>
                <a:cs typeface="Helvetica Neue"/>
              </a:rPr>
              <a:t>Multi-turn sessions include variable pauses between turns.</a:t>
            </a:r>
          </a:p>
        </p:txBody>
      </p:sp>
      <p:sp>
        <p:nvSpPr>
          <p:cNvPr id="13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9A18C09B-6520-4F96-AA11-5D4ABFF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C563A840-33E8-4AB8-8AF8-D4FFEBC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5F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75F68"/>
                </a:solidFill>
                <a:latin typeface="Helvetica Neue"/>
                <a:ea typeface="Helvetica Neue"/>
                <a:cs typeface="Helvetica Neue"/>
              </a:rPr>
              <a:t>Distribution-driven sampling reproduces heterogeneous and bursty multi-turn workloads.</a:t>
            </a:r>
          </a:p>
        </p:txBody>
      </p:sp>
    </p:spTree>
    <p:extLst>
      <p:ext uri="{BB962C8B-B14F-4D97-AF65-F5344CB8AC3E}">
        <p14:creationId xmlns:p14="http://schemas.microsoft.com/office/powerpoint/2010/main" val="265598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2026-08-06T06:57:59.9530000Z</dcterms:created>
  <dcterms:modified xsi:type="dcterms:W3CDTF">2026-08-06T06:57:59.9530000Z</dcterms:modified>
</coreProperties>
</file>